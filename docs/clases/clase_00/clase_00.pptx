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B Garamon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58777-B264-49D3-88D2-DA5120077BB2}">
  <a:tblStyle styleId="{E2758777-B264-49D3-88D2-DA5120077B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regular.fntdata"/><Relationship Id="rId11" Type="http://schemas.openxmlformats.org/officeDocument/2006/relationships/slide" Target="slides/slide5.xml"/><Relationship Id="rId22" Type="http://schemas.openxmlformats.org/officeDocument/2006/relationships/font" Target="fonts/EBGaramond-italic.fntdata"/><Relationship Id="rId10" Type="http://schemas.openxmlformats.org/officeDocument/2006/relationships/slide" Target="slides/slide4.xml"/><Relationship Id="rId21" Type="http://schemas.openxmlformats.org/officeDocument/2006/relationships/font" Target="fonts/EBGaramon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EBGaramon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198bc8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198bc8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0ec9c98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0ec9c98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e0ec9c984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e0ec9c984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e0ec9c984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e0ec9c984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e0ec9c984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e0ec9c984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e0ec9c984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e0ec9c984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e0ec9c984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e0ec9c984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e0ec9c984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e0ec9c98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e0ec9c984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e0ec9c984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b98d6d5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b98d6d5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daniela.olivares2@mail.udp.cl" TargetMode="External"/><Relationship Id="rId5" Type="http://schemas.openxmlformats.org/officeDocument/2006/relationships/hyperlink" Target="mailto:katherine.aravena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hODwSUX0kT4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00: Presentación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5"/>
              </a:rPr>
              <a:t>katherine.aravena@mail.udp.cl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Presentar el programa del curso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Entregar un video introductorio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Entregar una lectura introductoria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01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1. Programa del curso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Descripción de la asignatura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El objetivo central del curso es entregar los conocimientos y destrezas básicos para el </a:t>
            </a:r>
            <a:r>
              <a:rPr lang="es" sz="2000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análisis y desarrollo de una investigación social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a través de métodos </a:t>
            </a:r>
            <a:r>
              <a:rPr lang="es" sz="2000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cuantitativos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específicamente utilizando </a:t>
            </a:r>
            <a:r>
              <a:rPr lang="es" sz="2000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estadística descriptiva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Unidades de aprendizaje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1061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I. Introducción a la investigación social cuantitativa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I.1. Fundamentos de la Investigación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I.2. Características de la Investigación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I.3. Construcción de un problema de Investigación Cuantitativa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I.4. Conceptualización de variables e indicadores y operacionalización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II. Elaboración de la matriz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II.1. Nociones de Universo, Población y Muestra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II.2. Técnicas de recolección y procesamiento de datos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II.3. Elaboración de una matriz de datos y su libro de códigos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III. Análisis de datos descriptivo univariado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III.1. Noción de distribución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III.2. Tipos de análisis estadístico univariado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III.3. Frecuencias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III.4. Medidas de Tendencia Central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III.5. Medidas de Dispersión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III.6. Medidas de Posición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III.7. Medidas de Forma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IV. Análisis de datos descriptivo bivariado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IV.1. Tipos de análisis estadístico bivariado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IV.2. Tablas de contingencia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IV.3. Indicadores, Índices y Escalas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IV.4. Correlación y Regresión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Metodología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Clases presenciales </a:t>
            </a:r>
            <a:r>
              <a:rPr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teórico-prácticas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, donde conoceremos los conceptos fundamentales para la investigación social cuantitativa, y aplicaremos estos conocimientos utilizando estadística descriptiva.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Semanalmente, </a:t>
            </a:r>
            <a:r>
              <a:rPr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dos bloques corresponderán a clases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, y </a:t>
            </a:r>
            <a:r>
              <a:rPr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un bloque a ayudantía  </a:t>
            </a:r>
            <a:r>
              <a:rPr lang="es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(no todas las semanas)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EB Garamond"/>
              <a:buChar char="●"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14:30 - 15:50 — Bloque 1 — Sala de computación 201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EB Garamond"/>
              <a:buChar char="●"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16:00 - 17:20 — Bloque 2 — Sala de computación 201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Sistema de evaluación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274200" y="3466325"/>
            <a:ext cx="8520600" cy="14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* </a:t>
            </a: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Para poder aprobar el curso se requiere cumplir una asistencia mínima de 70%.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* Posibilidad de eximirse del examen con nota 5.5 o superior (Nota de presentación a examen = E1*0.4 + E2*0.6).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* Examen reprobatorio (es decir, se debe obtener nota igual o superior a 4.0)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1106500" y="148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{E2758777-B264-49D3-88D2-DA5120077BB2}</a:tableStyleId>
              </a:tblPr>
              <a:tblGrid>
                <a:gridCol w="1141025"/>
                <a:gridCol w="1378950"/>
                <a:gridCol w="2473175"/>
                <a:gridCol w="193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Ponderación</a:t>
                      </a:r>
                      <a:endParaRPr b="1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Fecha</a:t>
                      </a:r>
                      <a:endParaRPr b="1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Formato</a:t>
                      </a:r>
                      <a:endParaRPr b="1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Contenidos</a:t>
                      </a:r>
                      <a:endParaRPr b="1"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2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%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Martes 08/09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Solemne 1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Unidades I y II.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30%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Martes 20/10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Solemne 2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 III 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40%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Domingo 22/11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Trabajo Grupal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Todas las unidades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30% 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Martes 01/12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Recuperativa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0%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Martes 15/12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Examen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Todas las unidades</a:t>
                      </a:r>
                      <a:endParaRPr>
                        <a:solidFill>
                          <a:schemeClr val="dk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2</a:t>
            </a: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. Video introductorio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Video introductorio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Para comenzar…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Revisaremos el v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ideo “Bienvenidos al mundo de las Estadísticas” (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enlace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3</a:t>
            </a: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. Lectura introductoria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Lectura introductoria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La lectura que nos acompañará en la primera unidad del curso es: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Ritchey, Ferris (2002). Estadística para las Ciencias Sociales. El potencial de la imaginación estadística. McGraw-Hill, México.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Cap. 1. “La imaginación estadística” (páginas 1-35)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* 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Disponible en la plataforma canvas.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00: Presentación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2026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3" name="Google Shape;133;p25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